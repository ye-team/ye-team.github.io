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04" r:id="rId2"/>
  </p:sldIdLst>
  <p:sldSz cx="12192000" cy="6858000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  <p:embeddedFont>
      <p:font typeface="Open Sans Light" panose="020B0306030504020204" pitchFamily="34" charset="0"/>
      <p:regular r:id="rId8"/>
      <p: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hdZrjFafyOXlVWZkZny7vL+71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098C1E-152D-4F97-86C5-0E2F908D5474}">
  <a:tblStyle styleId="{EB098C1E-152D-4F97-86C5-0E2F908D54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AE05A0A-9316-46B1-850E-2814B0A1182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>
        <p:scale>
          <a:sx n="85" d="100"/>
          <a:sy n="85" d="100"/>
        </p:scale>
        <p:origin x="1616" y="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63" Type="http://customschemas.google.com/relationships/presentationmetadata" Target="metadata"/><Relationship Id="rId7" Type="http://schemas.openxmlformats.org/officeDocument/2006/relationships/font" Target="fonts/font4.fntdata"/><Relationship Id="rId6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66" Type="http://schemas.openxmlformats.org/officeDocument/2006/relationships/theme" Target="theme/theme1.xml"/><Relationship Id="rId5" Type="http://schemas.openxmlformats.org/officeDocument/2006/relationships/font" Target="fonts/font2.fntdata"/><Relationship Id="rId65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6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458724" y="1406186"/>
            <a:ext cx="11274552" cy="484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036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Char char="–"/>
              <a:defRPr>
                <a:solidFill>
                  <a:schemeClr val="dk1"/>
                </a:solidFill>
              </a:defRPr>
            </a:lvl1pPr>
            <a:lvl2pPr marL="914400" lvl="1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•"/>
              <a:defRPr>
                <a:solidFill>
                  <a:schemeClr val="dk1"/>
                </a:solidFill>
              </a:defRPr>
            </a:lvl2pPr>
            <a:lvl3pPr marL="1371600" lvl="2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o"/>
              <a:defRPr>
                <a:solidFill>
                  <a:schemeClr val="dk1"/>
                </a:solidFill>
              </a:defRPr>
            </a:lvl3pPr>
            <a:lvl4pPr marL="1828800" lvl="3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–"/>
              <a:defRPr sz="2200">
                <a:solidFill>
                  <a:schemeClr val="dk1"/>
                </a:solidFill>
              </a:defRPr>
            </a:lvl4pPr>
            <a:lvl5pPr marL="2286000" lvl="4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–"/>
              <a:defRPr sz="2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458724" y="36000"/>
            <a:ext cx="11274552" cy="109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0" y="6254750"/>
            <a:ext cx="12192000" cy="603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16"/>
          <p:cNvSpPr txBox="1"/>
          <p:nvPr/>
        </p:nvSpPr>
        <p:spPr>
          <a:xfrm>
            <a:off x="11546314" y="6543894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3689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6"/>
          <p:cNvSpPr txBox="1"/>
          <p:nvPr/>
        </p:nvSpPr>
        <p:spPr>
          <a:xfrm>
            <a:off x="1898351" y="65337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|  © SPARK NS and its licensors  |  Confidential and proprietary – do not reproduce or distribute  |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ight">
  <p:cSld name="Title Light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1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8179117" y="2776738"/>
            <a:ext cx="4087010" cy="40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458400" y="1961605"/>
            <a:ext cx="112752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90000" bIns="46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pen Sans"/>
              <a:buNone/>
              <a:defRPr sz="4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46;p21"/>
          <p:cNvSpPr txBox="1">
            <a:spLocks noGrp="1"/>
          </p:cNvSpPr>
          <p:nvPr>
            <p:ph type="subTitle" idx="1"/>
          </p:nvPr>
        </p:nvSpPr>
        <p:spPr>
          <a:xfrm>
            <a:off x="458400" y="4441280"/>
            <a:ext cx="1127455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8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7" name="Google Shape;4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Light">
  <p:cSld name="Transition Ligh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8179117" y="2776738"/>
            <a:ext cx="4087010" cy="40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1801897" y="2568345"/>
            <a:ext cx="8588206" cy="1721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4" name="Google Shape;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2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ark">
  <p:cSld name="Title Dark">
    <p:bg>
      <p:bgPr>
        <a:solidFill>
          <a:srgbClr val="404850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9460" y="2776737"/>
            <a:ext cx="3992540" cy="40812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3"/>
          <p:cNvSpPr txBox="1">
            <a:spLocks noGrp="1"/>
          </p:cNvSpPr>
          <p:nvPr>
            <p:ph type="ctrTitle"/>
          </p:nvPr>
        </p:nvSpPr>
        <p:spPr>
          <a:xfrm>
            <a:off x="458724" y="1961605"/>
            <a:ext cx="112752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ubTitle" idx="1"/>
          </p:nvPr>
        </p:nvSpPr>
        <p:spPr>
          <a:xfrm>
            <a:off x="458724" y="4441280"/>
            <a:ext cx="1127455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8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23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23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40"/>
              <a:buNone/>
              <a:defRPr sz="8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27" y="6170822"/>
            <a:ext cx="1744347" cy="564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Dark">
  <p:cSld name="Transition Dark">
    <p:bg>
      <p:bgPr>
        <a:solidFill>
          <a:srgbClr val="404850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9460" y="2776737"/>
            <a:ext cx="3992540" cy="40812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1801897" y="2567368"/>
            <a:ext cx="8588206" cy="1721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24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40"/>
              <a:buNone/>
              <a:defRPr sz="8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1" name="Google Shape;7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27" y="6170822"/>
            <a:ext cx="1744347" cy="564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ext Over Image">
  <p:cSld name="Title Text Over Image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0881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5"/>
          <p:cNvSpPr/>
          <p:nvPr/>
        </p:nvSpPr>
        <p:spPr>
          <a:xfrm>
            <a:off x="0" y="6113124"/>
            <a:ext cx="12192000" cy="7448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0" y="2560799"/>
            <a:ext cx="10867292" cy="615553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spcFirstLastPara="1" wrap="square" lIns="548625" tIns="182875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>
            <a:off x="0" y="3176911"/>
            <a:ext cx="10867291" cy="469872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spcFirstLastPara="1" wrap="square" lIns="548625" tIns="45700" rIns="91425" bIns="4570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/>
          <p:nvPr/>
        </p:nvSpPr>
        <p:spPr>
          <a:xfrm>
            <a:off x="11393914" y="6532604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8" name="Google Shape;78;p25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9" name="Google Shape;7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5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3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6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8179117" y="2776738"/>
            <a:ext cx="4087010" cy="40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6"/>
          <p:cNvSpPr txBox="1">
            <a:spLocks noGrp="1"/>
          </p:cNvSpPr>
          <p:nvPr>
            <p:ph type="body" idx="1"/>
          </p:nvPr>
        </p:nvSpPr>
        <p:spPr>
          <a:xfrm>
            <a:off x="1194552" y="1985696"/>
            <a:ext cx="10538534" cy="404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body" idx="2"/>
          </p:nvPr>
        </p:nvSpPr>
        <p:spPr>
          <a:xfrm>
            <a:off x="458660" y="1985696"/>
            <a:ext cx="735891" cy="404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title"/>
          </p:nvPr>
        </p:nvSpPr>
        <p:spPr>
          <a:xfrm>
            <a:off x="458724" y="113218"/>
            <a:ext cx="11274362" cy="91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body" idx="3"/>
          </p:nvPr>
        </p:nvSpPr>
        <p:spPr>
          <a:xfrm>
            <a:off x="458661" y="1405167"/>
            <a:ext cx="11274425" cy="5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6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6"/>
          <p:cNvSpPr txBox="1">
            <a:spLocks noGrp="1"/>
          </p:cNvSpPr>
          <p:nvPr>
            <p:ph type="body" idx="4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6">
          <p15:clr>
            <a:srgbClr val="FBAE40"/>
          </p15:clr>
        </p15:guide>
        <p15:guide id="4" pos="74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+ Times">
  <p:cSld name="Agenda + Time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7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8179117" y="2776738"/>
            <a:ext cx="4087010" cy="40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7"/>
          <p:cNvSpPr txBox="1">
            <a:spLocks noGrp="1"/>
          </p:cNvSpPr>
          <p:nvPr>
            <p:ph type="body" idx="1"/>
          </p:nvPr>
        </p:nvSpPr>
        <p:spPr>
          <a:xfrm>
            <a:off x="1194552" y="1985696"/>
            <a:ext cx="6265027" cy="404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body" idx="2"/>
          </p:nvPr>
        </p:nvSpPr>
        <p:spPr>
          <a:xfrm>
            <a:off x="458660" y="1985696"/>
            <a:ext cx="735891" cy="404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>
            <a:off x="458724" y="113218"/>
            <a:ext cx="11274362" cy="91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3"/>
          </p:nvPr>
        </p:nvSpPr>
        <p:spPr>
          <a:xfrm>
            <a:off x="7749141" y="1985696"/>
            <a:ext cx="3983945" cy="404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body" idx="4"/>
          </p:nvPr>
        </p:nvSpPr>
        <p:spPr>
          <a:xfrm>
            <a:off x="458661" y="1405167"/>
            <a:ext cx="11274425" cy="5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0" name="Google Shape;10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7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7"/>
          <p:cNvSpPr txBox="1">
            <a:spLocks noGrp="1"/>
          </p:cNvSpPr>
          <p:nvPr>
            <p:ph type="body" idx="5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6">
          <p15:clr>
            <a:srgbClr val="FBAE40"/>
          </p15:clr>
        </p15:guide>
        <p15:guide id="4" pos="74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/>
        </p:nvSpPr>
        <p:spPr>
          <a:xfrm>
            <a:off x="0" y="6254750"/>
            <a:ext cx="12192000" cy="603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28"/>
          <p:cNvSpPr/>
          <p:nvPr/>
        </p:nvSpPr>
        <p:spPr>
          <a:xfrm>
            <a:off x="0" y="6113124"/>
            <a:ext cx="12192000" cy="7448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28"/>
          <p:cNvSpPr txBox="1"/>
          <p:nvPr/>
        </p:nvSpPr>
        <p:spPr>
          <a:xfrm>
            <a:off x="3371271" y="5527372"/>
            <a:ext cx="4370146" cy="18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8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8" name="Google Shape;10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8662" y="1406185"/>
            <a:ext cx="11282344" cy="5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/>
          <p:nvPr/>
        </p:nvSpPr>
        <p:spPr>
          <a:xfrm>
            <a:off x="0" y="6254750"/>
            <a:ext cx="12192000" cy="603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9"/>
          <p:cNvSpPr txBox="1">
            <a:spLocks noGrp="1"/>
          </p:cNvSpPr>
          <p:nvPr>
            <p:ph type="title"/>
          </p:nvPr>
        </p:nvSpPr>
        <p:spPr>
          <a:xfrm>
            <a:off x="458724" y="36000"/>
            <a:ext cx="11274552" cy="109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/>
          <p:nvPr/>
        </p:nvSpPr>
        <p:spPr>
          <a:xfrm>
            <a:off x="0" y="6113124"/>
            <a:ext cx="12192000" cy="7448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7" name="Google Shape;11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9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2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6">
          <p15:clr>
            <a:srgbClr val="FBAE40"/>
          </p15:clr>
        </p15:guide>
        <p15:guide id="4" pos="74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Content">
  <p:cSld name="Title + Subtitle + Conten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>
            <a:spLocks noGrp="1"/>
          </p:cNvSpPr>
          <p:nvPr>
            <p:ph type="body" idx="1"/>
          </p:nvPr>
        </p:nvSpPr>
        <p:spPr>
          <a:xfrm>
            <a:off x="458724" y="2050507"/>
            <a:ext cx="11274552" cy="406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>
                <a:solidFill>
                  <a:schemeClr val="dk1"/>
                </a:solidFill>
              </a:defRPr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title"/>
          </p:nvPr>
        </p:nvSpPr>
        <p:spPr>
          <a:xfrm>
            <a:off x="458724" y="36000"/>
            <a:ext cx="11274552" cy="109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body" idx="2"/>
          </p:nvPr>
        </p:nvSpPr>
        <p:spPr>
          <a:xfrm>
            <a:off x="458661" y="1405167"/>
            <a:ext cx="11274425" cy="5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 b="1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/>
          <p:nvPr/>
        </p:nvSpPr>
        <p:spPr>
          <a:xfrm>
            <a:off x="0" y="6113124"/>
            <a:ext cx="12192000" cy="7448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30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0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3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">
  <p:cSld name="Title +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body" idx="1"/>
          </p:nvPr>
        </p:nvSpPr>
        <p:spPr>
          <a:xfrm>
            <a:off x="458724" y="1406186"/>
            <a:ext cx="11274552" cy="470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>
                <a:solidFill>
                  <a:schemeClr val="dk1"/>
                </a:solidFill>
              </a:defRPr>
            </a:lvl3pPr>
            <a:lvl4pPr marL="1828800" lvl="3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–"/>
              <a:defRPr sz="2200">
                <a:solidFill>
                  <a:schemeClr val="dk1"/>
                </a:solidFill>
              </a:defRPr>
            </a:lvl4pPr>
            <a:lvl5pPr marL="2286000" lvl="4" indent="-34036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Char char="–"/>
              <a:defRPr sz="2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458724" y="36000"/>
            <a:ext cx="11274552" cy="109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/>
          <p:nvPr/>
        </p:nvSpPr>
        <p:spPr>
          <a:xfrm>
            <a:off x="0" y="6113124"/>
            <a:ext cx="12192000" cy="7448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31"/>
          <p:cNvSpPr txBox="1"/>
          <p:nvPr/>
        </p:nvSpPr>
        <p:spPr>
          <a:xfrm>
            <a:off x="11546314" y="6434056"/>
            <a:ext cx="389382" cy="14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10" y="6267339"/>
            <a:ext cx="1404778" cy="3301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898351" y="6432122"/>
            <a:ext cx="4680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© SPARK NS and its licensors. Confidential and proprietary – do not reproduce or distribute.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1"/>
          <p:cNvSpPr txBox="1">
            <a:spLocks noGrp="1"/>
          </p:cNvSpPr>
          <p:nvPr>
            <p:ph type="body" idx="2"/>
          </p:nvPr>
        </p:nvSpPr>
        <p:spPr>
          <a:xfrm>
            <a:off x="6500088" y="6426249"/>
            <a:ext cx="5232864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None/>
              <a:defRPr sz="8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>
            <a:off x="458724" y="70903"/>
            <a:ext cx="11274552" cy="108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body" idx="1"/>
          </p:nvPr>
        </p:nvSpPr>
        <p:spPr>
          <a:xfrm>
            <a:off x="458724" y="1490597"/>
            <a:ext cx="11274552" cy="4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Char char="–"/>
              <a:defRPr/>
            </a:lvl1pPr>
            <a:lvl2pPr marL="914400" lvl="1" indent="-32004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marL="1371600" lvl="2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  <a:defRPr/>
            </a:lvl3pPr>
            <a:lvl4pPr marL="1828800" lvl="3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4pPr>
            <a:lvl5pPr marL="2286000" lvl="4" indent="-32003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40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8724" y="70903"/>
            <a:ext cx="11274552" cy="108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800"/>
              <a:buFont typeface="Open Sans"/>
              <a:buNone/>
              <a:defRPr sz="2800" b="1" i="0" u="none" strike="noStrike" cap="none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8724" y="1490597"/>
            <a:ext cx="11274552" cy="4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TR"/>
              <a:buChar char="–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004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003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505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920"/>
              <a:buFont typeface="NTR"/>
              <a:buChar char="–"/>
              <a:defRPr sz="2400" b="0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505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920"/>
              <a:buFont typeface="NTR"/>
              <a:buChar char="–"/>
              <a:defRPr sz="2400" b="0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137DD-1144-0C2F-B925-9E1CB709C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grpSp>
        <p:nvGrpSpPr>
          <p:cNvPr id="5" name="Google Shape;747;g3b7e3b9cb5e_0_107">
            <a:extLst>
              <a:ext uri="{FF2B5EF4-FFF2-40B4-BE49-F238E27FC236}">
                <a16:creationId xmlns:a16="http://schemas.microsoft.com/office/drawing/2014/main" id="{1E727488-B1B1-4CDB-B601-12C0D4780939}"/>
              </a:ext>
            </a:extLst>
          </p:cNvPr>
          <p:cNvGrpSpPr/>
          <p:nvPr/>
        </p:nvGrpSpPr>
        <p:grpSpPr>
          <a:xfrm>
            <a:off x="2392165" y="2243989"/>
            <a:ext cx="1152000" cy="1305483"/>
            <a:chOff x="191042" y="2176375"/>
            <a:chExt cx="1152000" cy="1445717"/>
          </a:xfrm>
        </p:grpSpPr>
        <p:sp>
          <p:nvSpPr>
            <p:cNvPr id="6" name="Google Shape;748;g3b7e3b9cb5e_0_107">
              <a:extLst>
                <a:ext uri="{FF2B5EF4-FFF2-40B4-BE49-F238E27FC236}">
                  <a16:creationId xmlns:a16="http://schemas.microsoft.com/office/drawing/2014/main" id="{D3DCBA66-22E7-1467-B5A4-A4BFE1D8B478}"/>
                </a:ext>
              </a:extLst>
            </p:cNvPr>
            <p:cNvSpPr/>
            <p:nvPr/>
          </p:nvSpPr>
          <p:spPr>
            <a:xfrm>
              <a:off x="191042" y="2176375"/>
              <a:ext cx="1152000" cy="831600"/>
            </a:xfrm>
            <a:prstGeom prst="chevron">
              <a:avLst>
                <a:gd name="adj" fmla="val 39095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" name="Google Shape;749;g3b7e3b9cb5e_0_107" title="Screenshot 2026-01-14 at 11.47.56 AM.png">
              <a:extLst>
                <a:ext uri="{FF2B5EF4-FFF2-40B4-BE49-F238E27FC236}">
                  <a16:creationId xmlns:a16="http://schemas.microsoft.com/office/drawing/2014/main" id="{131EF251-C06D-1E4A-E7CF-3E8BF2F1287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8663" t="40059" r="59474" b="42457"/>
            <a:stretch/>
          </p:blipFill>
          <p:spPr>
            <a:xfrm>
              <a:off x="511442" y="2290928"/>
              <a:ext cx="511200" cy="5563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750;g3b7e3b9cb5e_0_107">
              <a:extLst>
                <a:ext uri="{FF2B5EF4-FFF2-40B4-BE49-F238E27FC236}">
                  <a16:creationId xmlns:a16="http://schemas.microsoft.com/office/drawing/2014/main" id="{E292972D-9747-A2DB-2B12-3B34B8D9750C}"/>
                </a:ext>
              </a:extLst>
            </p:cNvPr>
            <p:cNvSpPr txBox="1"/>
            <p:nvPr/>
          </p:nvSpPr>
          <p:spPr>
            <a:xfrm flipH="1">
              <a:off x="238437" y="3008592"/>
              <a:ext cx="1057211" cy="6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rPr>
                <a:t>Target validation</a:t>
              </a:r>
              <a:endParaRPr sz="500" b="0" i="0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760;g3b7e3b9cb5e_0_107">
            <a:extLst>
              <a:ext uri="{FF2B5EF4-FFF2-40B4-BE49-F238E27FC236}">
                <a16:creationId xmlns:a16="http://schemas.microsoft.com/office/drawing/2014/main" id="{A9B3D9EE-5DD3-B43C-909E-F256208735A6}"/>
              </a:ext>
            </a:extLst>
          </p:cNvPr>
          <p:cNvGrpSpPr/>
          <p:nvPr/>
        </p:nvGrpSpPr>
        <p:grpSpPr>
          <a:xfrm>
            <a:off x="5778349" y="2243989"/>
            <a:ext cx="1152000" cy="1307700"/>
            <a:chOff x="6359764" y="2251167"/>
            <a:chExt cx="1152000" cy="1307700"/>
          </a:xfrm>
        </p:grpSpPr>
        <p:grpSp>
          <p:nvGrpSpPr>
            <p:cNvPr id="10" name="Google Shape;761;g3b7e3b9cb5e_0_107">
              <a:extLst>
                <a:ext uri="{FF2B5EF4-FFF2-40B4-BE49-F238E27FC236}">
                  <a16:creationId xmlns:a16="http://schemas.microsoft.com/office/drawing/2014/main" id="{9DEF3306-46B1-3284-959E-AE4FB706E6FF}"/>
                </a:ext>
              </a:extLst>
            </p:cNvPr>
            <p:cNvGrpSpPr/>
            <p:nvPr/>
          </p:nvGrpSpPr>
          <p:grpSpPr>
            <a:xfrm>
              <a:off x="6359764" y="2251167"/>
              <a:ext cx="1152000" cy="1307700"/>
              <a:chOff x="2223319" y="2166560"/>
              <a:chExt cx="1152000" cy="1448173"/>
            </a:xfrm>
          </p:grpSpPr>
          <p:sp>
            <p:nvSpPr>
              <p:cNvPr id="12" name="Google Shape;762;g3b7e3b9cb5e_0_107">
                <a:extLst>
                  <a:ext uri="{FF2B5EF4-FFF2-40B4-BE49-F238E27FC236}">
                    <a16:creationId xmlns:a16="http://schemas.microsoft.com/office/drawing/2014/main" id="{60F29249-2007-B790-2B20-085D05A45C27}"/>
                  </a:ext>
                </a:extLst>
              </p:cNvPr>
              <p:cNvSpPr/>
              <p:nvPr/>
            </p:nvSpPr>
            <p:spPr>
              <a:xfrm>
                <a:off x="2223319" y="2166560"/>
                <a:ext cx="1152000" cy="831599"/>
              </a:xfrm>
              <a:prstGeom prst="chevron">
                <a:avLst>
                  <a:gd name="adj" fmla="val 39095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764;g3b7e3b9cb5e_0_107">
                <a:extLst>
                  <a:ext uri="{FF2B5EF4-FFF2-40B4-BE49-F238E27FC236}">
                    <a16:creationId xmlns:a16="http://schemas.microsoft.com/office/drawing/2014/main" id="{49274ECA-034D-1633-E5D0-7226DF09552A}"/>
                  </a:ext>
                </a:extLst>
              </p:cNvPr>
              <p:cNvSpPr txBox="1"/>
              <p:nvPr/>
            </p:nvSpPr>
            <p:spPr>
              <a:xfrm flipH="1">
                <a:off x="2283515" y="3001270"/>
                <a:ext cx="1031609" cy="61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Pre-GMP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tox./</a:t>
                </a:r>
                <a:r>
                  <a:rPr lang="en-US" sz="1500" dirty="0" err="1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tol</a:t>
                </a:r>
                <a:r>
                  <a:rPr lang="en-US" sz="1500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.</a:t>
                </a:r>
                <a:endParaRPr sz="1500" b="0" i="0" u="none" strike="noStrike" cap="none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11" name="Google Shape;765;g3b7e3b9cb5e_0_107" title="Screenshot 2026-01-14 at 12.07.20 PM.png">
              <a:extLst>
                <a:ext uri="{FF2B5EF4-FFF2-40B4-BE49-F238E27FC236}">
                  <a16:creationId xmlns:a16="http://schemas.microsoft.com/office/drawing/2014/main" id="{B770C5CC-8D2A-D0CC-2572-D37FDF7DFA7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8278" t="38445" r="60585" b="48089"/>
            <a:stretch/>
          </p:blipFill>
          <p:spPr>
            <a:xfrm>
              <a:off x="6684326" y="2426325"/>
              <a:ext cx="502876" cy="3948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oogle Shape;766;g3b7e3b9cb5e_0_107">
            <a:extLst>
              <a:ext uri="{FF2B5EF4-FFF2-40B4-BE49-F238E27FC236}">
                <a16:creationId xmlns:a16="http://schemas.microsoft.com/office/drawing/2014/main" id="{C24E7E37-48D1-9622-BE7B-76D7D21290FA}"/>
              </a:ext>
            </a:extLst>
          </p:cNvPr>
          <p:cNvGrpSpPr/>
          <p:nvPr/>
        </p:nvGrpSpPr>
        <p:grpSpPr>
          <a:xfrm>
            <a:off x="6868632" y="2243990"/>
            <a:ext cx="1152000" cy="1309581"/>
            <a:chOff x="8012485" y="2254263"/>
            <a:chExt cx="1152000" cy="1309581"/>
          </a:xfrm>
        </p:grpSpPr>
        <p:grpSp>
          <p:nvGrpSpPr>
            <p:cNvPr id="15" name="Google Shape;767;g3b7e3b9cb5e_0_107">
              <a:extLst>
                <a:ext uri="{FF2B5EF4-FFF2-40B4-BE49-F238E27FC236}">
                  <a16:creationId xmlns:a16="http://schemas.microsoft.com/office/drawing/2014/main" id="{770F2F99-4862-097E-5266-FBC9806C95DF}"/>
                </a:ext>
              </a:extLst>
            </p:cNvPr>
            <p:cNvGrpSpPr/>
            <p:nvPr/>
          </p:nvGrpSpPr>
          <p:grpSpPr>
            <a:xfrm>
              <a:off x="8012485" y="2254263"/>
              <a:ext cx="1152000" cy="1309581"/>
              <a:chOff x="2165015" y="2166563"/>
              <a:chExt cx="1152000" cy="1450258"/>
            </a:xfrm>
          </p:grpSpPr>
          <p:sp>
            <p:nvSpPr>
              <p:cNvPr id="17" name="Google Shape;768;g3b7e3b9cb5e_0_107">
                <a:extLst>
                  <a:ext uri="{FF2B5EF4-FFF2-40B4-BE49-F238E27FC236}">
                    <a16:creationId xmlns:a16="http://schemas.microsoft.com/office/drawing/2014/main" id="{392A41CA-D3B9-A280-80A7-1D09EB3D72B2}"/>
                  </a:ext>
                </a:extLst>
              </p:cNvPr>
              <p:cNvSpPr/>
              <p:nvPr/>
            </p:nvSpPr>
            <p:spPr>
              <a:xfrm>
                <a:off x="2165015" y="2166563"/>
                <a:ext cx="1152000" cy="831600"/>
              </a:xfrm>
              <a:prstGeom prst="chevron">
                <a:avLst>
                  <a:gd name="adj" fmla="val 39095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" name="Google Shape;770;g3b7e3b9cb5e_0_107">
                <a:extLst>
                  <a:ext uri="{FF2B5EF4-FFF2-40B4-BE49-F238E27FC236}">
                    <a16:creationId xmlns:a16="http://schemas.microsoft.com/office/drawing/2014/main" id="{99469EE7-578E-03F6-C229-C7F90C541E68}"/>
                  </a:ext>
                </a:extLst>
              </p:cNvPr>
              <p:cNvSpPr txBox="1"/>
              <p:nvPr/>
            </p:nvSpPr>
            <p:spPr>
              <a:xfrm flipH="1">
                <a:off x="2169650" y="3003357"/>
                <a:ext cx="1142730" cy="6134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IND-</a:t>
                </a:r>
                <a:r>
                  <a:rPr lang="en-US" sz="1500" b="0" i="0" u="none" strike="noStrike" cap="none" dirty="0" err="1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enabl</a:t>
                </a:r>
                <a:r>
                  <a:rPr lang="en-US"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.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studies</a:t>
                </a:r>
                <a:endParaRPr sz="1500" b="0" i="0" u="none" strike="noStrike" cap="none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16" name="Google Shape;771;g3b7e3b9cb5e_0_107" title="Screenshot 2026-01-14 at 12.07.20 PM.png">
              <a:extLst>
                <a:ext uri="{FF2B5EF4-FFF2-40B4-BE49-F238E27FC236}">
                  <a16:creationId xmlns:a16="http://schemas.microsoft.com/office/drawing/2014/main" id="{294C66BA-23FE-8E69-D69C-2E02E3D1B29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7550" t="38010" r="23789" b="44943"/>
            <a:stretch/>
          </p:blipFill>
          <p:spPr>
            <a:xfrm>
              <a:off x="8383864" y="2362174"/>
              <a:ext cx="409242" cy="5231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oogle Shape;772;g3b7e3b9cb5e_0_107">
            <a:extLst>
              <a:ext uri="{FF2B5EF4-FFF2-40B4-BE49-F238E27FC236}">
                <a16:creationId xmlns:a16="http://schemas.microsoft.com/office/drawing/2014/main" id="{D819E35C-12C5-D77D-33C3-4FC52EFA2D5B}"/>
              </a:ext>
            </a:extLst>
          </p:cNvPr>
          <p:cNvGrpSpPr/>
          <p:nvPr/>
        </p:nvGrpSpPr>
        <p:grpSpPr>
          <a:xfrm>
            <a:off x="7966864" y="2243989"/>
            <a:ext cx="1152000" cy="1334494"/>
            <a:chOff x="9946650" y="2254262"/>
            <a:chExt cx="1152000" cy="1334494"/>
          </a:xfrm>
        </p:grpSpPr>
        <p:grpSp>
          <p:nvGrpSpPr>
            <p:cNvPr id="20" name="Google Shape;773;g3b7e3b9cb5e_0_107">
              <a:extLst>
                <a:ext uri="{FF2B5EF4-FFF2-40B4-BE49-F238E27FC236}">
                  <a16:creationId xmlns:a16="http://schemas.microsoft.com/office/drawing/2014/main" id="{2C70341C-2407-9054-FE2F-05C43DDFA200}"/>
                </a:ext>
              </a:extLst>
            </p:cNvPr>
            <p:cNvGrpSpPr/>
            <p:nvPr/>
          </p:nvGrpSpPr>
          <p:grpSpPr>
            <a:xfrm>
              <a:off x="9946650" y="2254262"/>
              <a:ext cx="1152000" cy="1334494"/>
              <a:chOff x="2284755" y="2166561"/>
              <a:chExt cx="1152000" cy="1477845"/>
            </a:xfrm>
          </p:grpSpPr>
          <p:sp>
            <p:nvSpPr>
              <p:cNvPr id="22" name="Google Shape;774;g3b7e3b9cb5e_0_107">
                <a:extLst>
                  <a:ext uri="{FF2B5EF4-FFF2-40B4-BE49-F238E27FC236}">
                    <a16:creationId xmlns:a16="http://schemas.microsoft.com/office/drawing/2014/main" id="{02C6F37B-D9AA-BE56-5759-916AFF86A6D5}"/>
                  </a:ext>
                </a:extLst>
              </p:cNvPr>
              <p:cNvSpPr/>
              <p:nvPr/>
            </p:nvSpPr>
            <p:spPr>
              <a:xfrm>
                <a:off x="2284755" y="2166561"/>
                <a:ext cx="1152000" cy="831600"/>
              </a:xfrm>
              <a:prstGeom prst="chevron">
                <a:avLst>
                  <a:gd name="adj" fmla="val 39095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" name="Google Shape;775;g3b7e3b9cb5e_0_107">
                <a:extLst>
                  <a:ext uri="{FF2B5EF4-FFF2-40B4-BE49-F238E27FC236}">
                    <a16:creationId xmlns:a16="http://schemas.microsoft.com/office/drawing/2014/main" id="{6CDC237D-4CA5-E4FD-AE7A-B7745517CB95}"/>
                  </a:ext>
                </a:extLst>
              </p:cNvPr>
              <p:cNvSpPr/>
              <p:nvPr/>
            </p:nvSpPr>
            <p:spPr>
              <a:xfrm>
                <a:off x="3069175" y="2474875"/>
                <a:ext cx="262800" cy="203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" name="Google Shape;776;g3b7e3b9cb5e_0_107">
                <a:extLst>
                  <a:ext uri="{FF2B5EF4-FFF2-40B4-BE49-F238E27FC236}">
                    <a16:creationId xmlns:a16="http://schemas.microsoft.com/office/drawing/2014/main" id="{274C4B93-6DEF-B0FB-3939-BEAFA28BB21C}"/>
                  </a:ext>
                </a:extLst>
              </p:cNvPr>
              <p:cNvSpPr txBox="1"/>
              <p:nvPr/>
            </p:nvSpPr>
            <p:spPr>
              <a:xfrm flipH="1">
                <a:off x="2445922" y="3030907"/>
                <a:ext cx="829666" cy="613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Clinical Trials</a:t>
                </a:r>
                <a:endParaRPr sz="1500" b="0" i="0" u="none" strike="noStrike" cap="none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21" name="Google Shape;777;g3b7e3b9cb5e_0_107" title="Screenshot 2026-01-14 at 12.08.12 PM.png">
              <a:extLst>
                <a:ext uri="{FF2B5EF4-FFF2-40B4-BE49-F238E27FC236}">
                  <a16:creationId xmlns:a16="http://schemas.microsoft.com/office/drawing/2014/main" id="{61F5E9BA-A47C-DBE5-0377-FBBF25E35AF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56514" t="36729" r="33748" b="45864"/>
            <a:stretch/>
          </p:blipFill>
          <p:spPr>
            <a:xfrm>
              <a:off x="10271212" y="2331843"/>
              <a:ext cx="502876" cy="5838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" name="Google Shape;778;g3b7e3b9cb5e_0_107">
            <a:extLst>
              <a:ext uri="{FF2B5EF4-FFF2-40B4-BE49-F238E27FC236}">
                <a16:creationId xmlns:a16="http://schemas.microsoft.com/office/drawing/2014/main" id="{231B4671-4E00-AC17-0559-04BE3E8A5DCE}"/>
              </a:ext>
            </a:extLst>
          </p:cNvPr>
          <p:cNvGrpSpPr/>
          <p:nvPr/>
        </p:nvGrpSpPr>
        <p:grpSpPr>
          <a:xfrm>
            <a:off x="3482448" y="2243988"/>
            <a:ext cx="1152000" cy="1310567"/>
            <a:chOff x="2363914" y="2166550"/>
            <a:chExt cx="1178396" cy="1451347"/>
          </a:xfrm>
        </p:grpSpPr>
        <p:sp>
          <p:nvSpPr>
            <p:cNvPr id="26" name="Google Shape;779;g3b7e3b9cb5e_0_107">
              <a:extLst>
                <a:ext uri="{FF2B5EF4-FFF2-40B4-BE49-F238E27FC236}">
                  <a16:creationId xmlns:a16="http://schemas.microsoft.com/office/drawing/2014/main" id="{2430462D-BA9D-20E6-41FA-A134F2F72343}"/>
                </a:ext>
              </a:extLst>
            </p:cNvPr>
            <p:cNvSpPr/>
            <p:nvPr/>
          </p:nvSpPr>
          <p:spPr>
            <a:xfrm>
              <a:off x="2363914" y="2166550"/>
              <a:ext cx="1178396" cy="831600"/>
            </a:xfrm>
            <a:prstGeom prst="chevron">
              <a:avLst>
                <a:gd name="adj" fmla="val 39095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27" name="Google Shape;780;g3b7e3b9cb5e_0_107" title="Screenshot 2026-01-14 at 11.51.05 AM.png">
              <a:extLst>
                <a:ext uri="{FF2B5EF4-FFF2-40B4-BE49-F238E27FC236}">
                  <a16:creationId xmlns:a16="http://schemas.microsoft.com/office/drawing/2014/main" id="{A1F87B8A-CD5F-4B32-B09B-DB38188B4A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29717" t="44340" r="58594" b="35171"/>
            <a:stretch/>
          </p:blipFill>
          <p:spPr>
            <a:xfrm>
              <a:off x="2687313" y="2292843"/>
              <a:ext cx="531599" cy="661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781;g3b7e3b9cb5e_0_107">
              <a:extLst>
                <a:ext uri="{FF2B5EF4-FFF2-40B4-BE49-F238E27FC236}">
                  <a16:creationId xmlns:a16="http://schemas.microsoft.com/office/drawing/2014/main" id="{31A7844F-8DDC-0207-93CB-37DC86FEC453}"/>
                </a:ext>
              </a:extLst>
            </p:cNvPr>
            <p:cNvSpPr/>
            <p:nvPr/>
          </p:nvSpPr>
          <p:spPr>
            <a:xfrm>
              <a:off x="3102445" y="2486322"/>
              <a:ext cx="110597" cy="20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" name="Google Shape;782;g3b7e3b9cb5e_0_107">
              <a:extLst>
                <a:ext uri="{FF2B5EF4-FFF2-40B4-BE49-F238E27FC236}">
                  <a16:creationId xmlns:a16="http://schemas.microsoft.com/office/drawing/2014/main" id="{A03FAC16-5F0E-5804-07F8-EFB33BE07983}"/>
                </a:ext>
              </a:extLst>
            </p:cNvPr>
            <p:cNvSpPr txBox="1"/>
            <p:nvPr/>
          </p:nvSpPr>
          <p:spPr>
            <a:xfrm flipH="1">
              <a:off x="2368950" y="3004436"/>
              <a:ext cx="1168326" cy="613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rPr>
                <a:t>Lead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dirty="0">
                  <a:solidFill>
                    <a:srgbClr val="434343"/>
                  </a:solidFill>
                  <a:latin typeface="Open Sans"/>
                  <a:ea typeface="Open Sans"/>
                  <a:cs typeface="Open Sans"/>
                  <a:sym typeface="Open Sans"/>
                </a:rPr>
                <a:t>molecules</a:t>
              </a:r>
              <a:endParaRPr sz="1500" b="0" i="0" u="none" strike="noStrike" cap="none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830288-7285-59F6-345C-2FE88733AD08}"/>
              </a:ext>
            </a:extLst>
          </p:cNvPr>
          <p:cNvGrpSpPr/>
          <p:nvPr/>
        </p:nvGrpSpPr>
        <p:grpSpPr>
          <a:xfrm>
            <a:off x="4540927" y="2263516"/>
            <a:ext cx="1330943" cy="1307729"/>
            <a:chOff x="4849839" y="2263516"/>
            <a:chExt cx="1330943" cy="1307729"/>
          </a:xfrm>
        </p:grpSpPr>
        <p:grpSp>
          <p:nvGrpSpPr>
            <p:cNvPr id="31" name="Google Shape;751;g3b7e3b9cb5e_0_107">
              <a:extLst>
                <a:ext uri="{FF2B5EF4-FFF2-40B4-BE49-F238E27FC236}">
                  <a16:creationId xmlns:a16="http://schemas.microsoft.com/office/drawing/2014/main" id="{BAC0BE61-8516-6738-88CF-0BAFF36372FB}"/>
                </a:ext>
              </a:extLst>
            </p:cNvPr>
            <p:cNvGrpSpPr/>
            <p:nvPr/>
          </p:nvGrpSpPr>
          <p:grpSpPr>
            <a:xfrm>
              <a:off x="4849839" y="2263516"/>
              <a:ext cx="1330943" cy="1307729"/>
              <a:chOff x="4309319" y="2248293"/>
              <a:chExt cx="1330943" cy="1307729"/>
            </a:xfrm>
          </p:grpSpPr>
          <p:grpSp>
            <p:nvGrpSpPr>
              <p:cNvPr id="33" name="Google Shape;752;g3b7e3b9cb5e_0_107">
                <a:extLst>
                  <a:ext uri="{FF2B5EF4-FFF2-40B4-BE49-F238E27FC236}">
                    <a16:creationId xmlns:a16="http://schemas.microsoft.com/office/drawing/2014/main" id="{46526253-B0BF-822B-7FE8-A0F2A4036900}"/>
                  </a:ext>
                </a:extLst>
              </p:cNvPr>
              <p:cNvGrpSpPr/>
              <p:nvPr/>
            </p:nvGrpSpPr>
            <p:grpSpPr>
              <a:xfrm>
                <a:off x="4309319" y="2248293"/>
                <a:ext cx="1330943" cy="1307729"/>
                <a:chOff x="2266374" y="2166550"/>
                <a:chExt cx="1330943" cy="1448205"/>
              </a:xfrm>
            </p:grpSpPr>
            <p:sp>
              <p:nvSpPr>
                <p:cNvPr id="37" name="Google Shape;753;g3b7e3b9cb5e_0_107">
                  <a:extLst>
                    <a:ext uri="{FF2B5EF4-FFF2-40B4-BE49-F238E27FC236}">
                      <a16:creationId xmlns:a16="http://schemas.microsoft.com/office/drawing/2014/main" id="{3AA4613F-A9E1-37EB-CE4F-8B0BB0709A21}"/>
                    </a:ext>
                  </a:extLst>
                </p:cNvPr>
                <p:cNvSpPr/>
                <p:nvPr/>
              </p:nvSpPr>
              <p:spPr>
                <a:xfrm>
                  <a:off x="2369291" y="2166550"/>
                  <a:ext cx="1152000" cy="831600"/>
                </a:xfrm>
                <a:prstGeom prst="chevron">
                  <a:avLst>
                    <a:gd name="adj" fmla="val 39095"/>
                  </a:avLst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8" name="Google Shape;754;g3b7e3b9cb5e_0_107">
                  <a:extLst>
                    <a:ext uri="{FF2B5EF4-FFF2-40B4-BE49-F238E27FC236}">
                      <a16:creationId xmlns:a16="http://schemas.microsoft.com/office/drawing/2014/main" id="{91FF53C3-4ED3-2CA4-333A-DF9092098A46}"/>
                    </a:ext>
                  </a:extLst>
                </p:cNvPr>
                <p:cNvSpPr/>
                <p:nvPr/>
              </p:nvSpPr>
              <p:spPr>
                <a:xfrm>
                  <a:off x="3069175" y="2474875"/>
                  <a:ext cx="262800" cy="2034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9" name="Google Shape;755;g3b7e3b9cb5e_0_107">
                  <a:extLst>
                    <a:ext uri="{FF2B5EF4-FFF2-40B4-BE49-F238E27FC236}">
                      <a16:creationId xmlns:a16="http://schemas.microsoft.com/office/drawing/2014/main" id="{B5322A69-2522-C618-B53B-61625B4D0BE7}"/>
                    </a:ext>
                  </a:extLst>
                </p:cNvPr>
                <p:cNvSpPr txBox="1"/>
                <p:nvPr/>
              </p:nvSpPr>
              <p:spPr>
                <a:xfrm flipH="1">
                  <a:off x="2266374" y="3001254"/>
                  <a:ext cx="1330943" cy="6135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500"/>
                    <a:buFont typeface="Arial"/>
                    <a:buNone/>
                  </a:pPr>
                  <a:r>
                    <a:rPr lang="en-US" sz="1500" b="0" i="0" u="none" strike="noStrike" cap="none" dirty="0">
                      <a:solidFill>
                        <a:srgbClr val="43434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       Lead</a:t>
                  </a:r>
                  <a:endParaRPr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500"/>
                    <a:buFont typeface="Arial"/>
                    <a:buNone/>
                  </a:pPr>
                  <a:r>
                    <a:rPr lang="en-US" sz="1500" b="0" i="0" u="none" strike="noStrike" cap="none" dirty="0">
                      <a:solidFill>
                        <a:srgbClr val="43434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Optimization</a:t>
                  </a:r>
                  <a:endParaRPr sz="1500" b="0" i="0" u="none" strike="noStrike" cap="none" dirty="0">
                    <a:solidFill>
                      <a:srgbClr val="43434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pic>
            <p:nvPicPr>
              <p:cNvPr id="34" name="Google Shape;756;g3b7e3b9cb5e_0_107" title="Screenshot 2026-01-14 at 12.04.27 PM.png">
                <a:extLst>
                  <a:ext uri="{FF2B5EF4-FFF2-40B4-BE49-F238E27FC236}">
                    <a16:creationId xmlns:a16="http://schemas.microsoft.com/office/drawing/2014/main" id="{DA9F1915-111D-DDBC-93C0-84EDA752BB8E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14946" t="33902" r="74118" b="48525"/>
              <a:stretch/>
            </p:blipFill>
            <p:spPr>
              <a:xfrm>
                <a:off x="4708799" y="2317755"/>
                <a:ext cx="558874" cy="5831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" name="Google Shape;757;g3b7e3b9cb5e_0_107">
                <a:extLst>
                  <a:ext uri="{FF2B5EF4-FFF2-40B4-BE49-F238E27FC236}">
                    <a16:creationId xmlns:a16="http://schemas.microsoft.com/office/drawing/2014/main" id="{7FC6B191-E1DF-DEE7-8E3F-3DCC525B1084}"/>
                  </a:ext>
                </a:extLst>
              </p:cNvPr>
              <p:cNvSpPr/>
              <p:nvPr/>
            </p:nvSpPr>
            <p:spPr>
              <a:xfrm rot="19973253">
                <a:off x="4737822" y="2591118"/>
                <a:ext cx="42129" cy="1828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" name="Google Shape;758;g3b7e3b9cb5e_0_107">
                <a:extLst>
                  <a:ext uri="{FF2B5EF4-FFF2-40B4-BE49-F238E27FC236}">
                    <a16:creationId xmlns:a16="http://schemas.microsoft.com/office/drawing/2014/main" id="{82EBF100-4FFC-5D5C-BA13-3A123D390361}"/>
                  </a:ext>
                </a:extLst>
              </p:cNvPr>
              <p:cNvSpPr/>
              <p:nvPr/>
            </p:nvSpPr>
            <p:spPr>
              <a:xfrm rot="1681470">
                <a:off x="4717340" y="2645987"/>
                <a:ext cx="42141" cy="1829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2" name="Google Shape;781;g3b7e3b9cb5e_0_107">
              <a:extLst>
                <a:ext uri="{FF2B5EF4-FFF2-40B4-BE49-F238E27FC236}">
                  <a16:creationId xmlns:a16="http://schemas.microsoft.com/office/drawing/2014/main" id="{7EF58C7C-E25E-68B3-D612-E174ECF2A4BA}"/>
                </a:ext>
              </a:extLst>
            </p:cNvPr>
            <p:cNvSpPr/>
            <p:nvPr/>
          </p:nvSpPr>
          <p:spPr>
            <a:xfrm>
              <a:off x="5767095" y="2753570"/>
              <a:ext cx="53908" cy="18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71413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+ Special Slides">
  <a:themeElements>
    <a:clrScheme name="Spark NS Colors">
      <a:dk1>
        <a:srgbClr val="282828"/>
      </a:dk1>
      <a:lt1>
        <a:srgbClr val="FFFFFF"/>
      </a:lt1>
      <a:dk2>
        <a:srgbClr val="282828"/>
      </a:dk2>
      <a:lt2>
        <a:srgbClr val="FFFFFF"/>
      </a:lt2>
      <a:accent1>
        <a:srgbClr val="408296"/>
      </a:accent1>
      <a:accent2>
        <a:srgbClr val="B5D1E1"/>
      </a:accent2>
      <a:accent3>
        <a:srgbClr val="9DCEBE"/>
      </a:accent3>
      <a:accent4>
        <a:srgbClr val="22917D"/>
      </a:accent4>
      <a:accent5>
        <a:srgbClr val="CFD1D3"/>
      </a:accent5>
      <a:accent6>
        <a:srgbClr val="F27147"/>
      </a:accent6>
      <a:hlink>
        <a:srgbClr val="36716F"/>
      </a:hlink>
      <a:folHlink>
        <a:srgbClr val="5BB0A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NTR</vt:lpstr>
      <vt:lpstr>Open Sans Light</vt:lpstr>
      <vt:lpstr>Calibri</vt:lpstr>
      <vt:lpstr>Arial</vt:lpstr>
      <vt:lpstr>Title + Special Slides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Adriana Garcia</dc:creator>
  <cp:lastModifiedBy>Ye, Yu</cp:lastModifiedBy>
  <cp:revision>2</cp:revision>
  <dcterms:created xsi:type="dcterms:W3CDTF">2024-03-26T12:59:33Z</dcterms:created>
  <dcterms:modified xsi:type="dcterms:W3CDTF">2026-07-08T17:40:55Z</dcterms:modified>
</cp:coreProperties>
</file>